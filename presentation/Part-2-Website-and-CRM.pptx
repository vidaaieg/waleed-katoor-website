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image" Target="../media/image-5-5.png"/><Relationship Id="rId10" Type="http://schemas.openxmlformats.org/officeDocument/2006/relationships/image" Target="../media/image-5-6.svg"/><Relationship Id="rId11" Type="http://schemas.openxmlformats.org/officeDocument/2006/relationships/image" Target="../media/image-5-5.png"/><Relationship Id="rId12" Type="http://schemas.openxmlformats.org/officeDocument/2006/relationships/image" Target="../media/image-5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3.png"/><Relationship Id="rId8" Type="http://schemas.openxmlformats.org/officeDocument/2006/relationships/image" Target="../media/image-6-4.svg"/><Relationship Id="rId9" Type="http://schemas.openxmlformats.org/officeDocument/2006/relationships/image" Target="../media/image-6-3.png"/><Relationship Id="rId10" Type="http://schemas.openxmlformats.org/officeDocument/2006/relationships/image" Target="../media/image-6-4.svg"/><Relationship Id="rId11" Type="http://schemas.openxmlformats.org/officeDocument/2006/relationships/image" Target="../media/image-6-3.png"/><Relationship Id="rId12" Type="http://schemas.openxmlformats.org/officeDocument/2006/relationships/image" Target="../media/image-6-4.svg"/><Relationship Id="rId13" Type="http://schemas.openxmlformats.org/officeDocument/2006/relationships/image" Target="../media/image-6-3.png"/><Relationship Id="rId14" Type="http://schemas.openxmlformats.org/officeDocument/2006/relationships/image" Target="../media/image-6-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01166"/>
            <a:ext cx="5326822" cy="3329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6935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Website: one page, one job, book the call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4621709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Almost everyone arrives from the Instagram bio or a DM, on a phone, curious but not convinced. In about a minute the page has to prove the story is real, make him feel it was written for him, and put a calendar in front of him.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61475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793730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Format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30" y="5480348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scrolling page, Arabic-first with an English switch, mobile first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15213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9" name="Text 6"/>
          <p:cNvSpPr/>
          <p:nvPr/>
        </p:nvSpPr>
        <p:spPr>
          <a:xfrm>
            <a:off x="4447468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47468" y="5480348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ar-SA" alt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section leads to </a:t>
            </a:r>
            <a:pPr rtl="1" algn="l" indent="0" marL="0">
              <a:lnSpc>
                <a:spcPct val="113000"/>
              </a:lnSpc>
              <a:buNone/>
            </a:pPr>
            <a:r>
              <a:rPr lang="ar-SA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احجز مكالمة</a:t>
            </a:r>
            <a:pPr algn="l" indent="0" marL="0">
              <a:lnSpc>
                <a:spcPct val="113000"/>
              </a:lnSpc>
              <a:buNone/>
            </a:pPr>
            <a:r>
              <a:rPr lang="ar-SA" alt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(book a call)</a:t>
            </a:r>
            <a:endParaRPr lang="ar-SA" sz="1000" dirty="0"/>
          </a:p>
        </p:txBody>
      </p:sp>
      <p:sp>
        <p:nvSpPr>
          <p:cNvPr id="11" name="Shape 8"/>
          <p:cNvSpPr/>
          <p:nvPr/>
        </p:nvSpPr>
        <p:spPr>
          <a:xfrm>
            <a:off x="7968951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8101207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Connected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01207" y="5480348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Calendar, forms and link tracking write into the CRM and trigger WhatsApp automation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6076752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eight sections come straight from the strategy notes: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Hero · Proof · My Story · This page is for… · Protocol · How We Work · FAQ · Calendar.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26157"/>
            <a:ext cx="4096243" cy="25601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68452"/>
            <a:ext cx="10868745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1–2: Hero and Proof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61475" y="3630216"/>
            <a:ext cx="913187" cy="154484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22493" y="3660676"/>
            <a:ext cx="1400735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· الفرق بين الاثنين</a:t>
            </a:r>
            <a:endParaRPr lang="ar-SA" sz="600" dirty="0"/>
          </a:p>
        </p:txBody>
      </p:sp>
      <p:sp>
        <p:nvSpPr>
          <p:cNvPr id="6" name="Text 3"/>
          <p:cNvSpPr/>
          <p:nvPr/>
        </p:nvSpPr>
        <p:spPr>
          <a:xfrm>
            <a:off x="661475" y="3806527"/>
            <a:ext cx="53102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Before and After, Side by Side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4020245"/>
            <a:ext cx="5310253" cy="25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before and after side by side, 125 kg next to today. The proof goes first. One button, no second call to action. Captions carry numbers only: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125 kg, 44.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26317" y="3630216"/>
            <a:ext cx="755532" cy="154484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9" name="Text 6"/>
          <p:cNvSpPr/>
          <p:nvPr/>
        </p:nvSpPr>
        <p:spPr>
          <a:xfrm>
            <a:off x="6287335" y="3660676"/>
            <a:ext cx="1243081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· حقائق عنه</a:t>
            </a:r>
            <a:endParaRPr lang="ar-SA" sz="600" dirty="0"/>
          </a:p>
        </p:txBody>
      </p:sp>
      <p:sp>
        <p:nvSpPr>
          <p:cNvPr id="10" name="Text 7"/>
          <p:cNvSpPr/>
          <p:nvPr/>
        </p:nvSpPr>
        <p:spPr>
          <a:xfrm>
            <a:off x="6226317" y="3806527"/>
            <a:ext cx="53102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Credentials, Not Claims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26317" y="4020245"/>
            <a:ext cx="5310253" cy="84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SQUATWOLF Athlete Ambassador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Saudi Event Show 2026 Judge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Years in the events industry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kg → athletic at 44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Father of three daughters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guest, soon host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06510" y="4998244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125KG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61475" y="5425877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Starting Weight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75112" y="4998244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30077" y="5425877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Age, Fittest Ever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606510" y="5745163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20YRS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1475" y="6172795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High-Pressure Career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75112" y="5745163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130077" y="6172795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Daughters. Zero Excuses.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584"/>
            <a:ext cx="1086874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3–4: My Story and "This page is for…"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682" y="1023739"/>
            <a:ext cx="4018953" cy="25118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90769" y="1498798"/>
            <a:ext cx="738764" cy="151507"/>
          </a:xfrm>
          <a:prstGeom prst="roundRect">
            <a:avLst>
              <a:gd name="adj" fmla="val 7907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950596" y="1528663"/>
            <a:ext cx="1228694" cy="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STORY · قصتي</a:t>
            </a:r>
            <a:endParaRPr lang="ar-SA" sz="600" dirty="0"/>
          </a:p>
        </p:txBody>
      </p:sp>
      <p:sp>
        <p:nvSpPr>
          <p:cNvPr id="6" name="Text 3"/>
          <p:cNvSpPr/>
          <p:nvPr/>
        </p:nvSpPr>
        <p:spPr>
          <a:xfrm>
            <a:off x="7890769" y="1671340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Three Paragraphs, Three Numbers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90769" y="1879997"/>
            <a:ext cx="3645801" cy="11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Before:</a:t>
            </a:r>
            <a:pPr algn="l" indent="0" marL="0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director at 125 kg — twenty years building a career in the events industry, long nights, constant travel, deadlines that never stopped. Good at the job and proud of it.</a:t>
            </a:r>
            <a:endParaRPr lang="en-US" sz="750" dirty="0"/>
          </a:p>
          <a:p>
            <a:pPr algn="l" indent="0" marL="0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Turning Point:</a:t>
            </a:r>
            <a:pPr algn="l" indent="0" marL="0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mirror, his daughter — a decision that some things were no longer up for negotiation: training, eating clean, 8–10K steps a day, sleep and recovery. No need to be perfect. Just keep showing up.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System:</a:t>
            </a:r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Four days a week, the 4th-day rule, steps, protein, sleep. Early in the morning, before the day took over, with his wife beside him and his three daughters watching.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682" y="3713262"/>
            <a:ext cx="4018953" cy="251182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90769" y="4131469"/>
            <a:ext cx="1444192" cy="151507"/>
          </a:xfrm>
          <a:prstGeom prst="roundRect">
            <a:avLst>
              <a:gd name="adj" fmla="val 7907"/>
            </a:avLst>
          </a:prstGeom>
          <a:solidFill>
            <a:srgbClr val="391F13"/>
          </a:solidFill>
          <a:ln/>
        </p:spPr>
      </p:sp>
      <p:sp>
        <p:nvSpPr>
          <p:cNvPr id="10" name="Text 6"/>
          <p:cNvSpPr/>
          <p:nvPr/>
        </p:nvSpPr>
        <p:spPr>
          <a:xfrm>
            <a:off x="7950596" y="4161334"/>
            <a:ext cx="1934122" cy="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PAGE IS FOR… · هاي الصفحة لمين؟</a:t>
            </a:r>
            <a:endParaRPr lang="ar-SA" sz="600" dirty="0"/>
          </a:p>
        </p:txBody>
      </p:sp>
      <p:sp>
        <p:nvSpPr>
          <p:cNvPr id="11" name="Text 7"/>
          <p:cNvSpPr/>
          <p:nvPr/>
        </p:nvSpPr>
        <p:spPr>
          <a:xfrm>
            <a:off x="7890769" y="4304010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Qualifier That Makes the Right Man Feel Seen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890769" y="4512667"/>
            <a:ext cx="3645801" cy="542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 to 55 years old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 to 130 kg, started and stopped more than once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"No time" has become your default answer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You've tried diets that felt like punishment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890769" y="5139630"/>
            <a:ext cx="3645801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890769" y="5236468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Not for you if…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890769" y="5445125"/>
            <a:ext cx="3645801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You're looking for a six-week shred or a magic pill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want to compete on stage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need someone to shout at you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53145"/>
            <a:ext cx="4250822" cy="26567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298329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 5: The Protocol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661475" y="3716635"/>
            <a:ext cx="1086874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system, built on the five non-negotiables that took him from 125 kg to athletic at 44. Adapted to your body, your schedule and your goals. A slogan and five pillars —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details.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detail is what clients pay for; the page only shows that a system exists and fits a busy week.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61475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6" name="Shape 3"/>
          <p:cNvSpPr/>
          <p:nvPr/>
        </p:nvSpPr>
        <p:spPr>
          <a:xfrm>
            <a:off x="767041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153" y="4238625"/>
            <a:ext cx="142475" cy="1424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7041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Training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67041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 is a must. Skipping isn't in my dictionary.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304002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11" name="Shape 7"/>
          <p:cNvSpPr/>
          <p:nvPr/>
        </p:nvSpPr>
        <p:spPr>
          <a:xfrm>
            <a:off x="4409568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6680" y="4238625"/>
            <a:ext cx="142475" cy="1424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09568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409568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Eating clean. I control what fuels me.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7946529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16" name="Shape 11"/>
          <p:cNvSpPr/>
          <p:nvPr/>
        </p:nvSpPr>
        <p:spPr>
          <a:xfrm>
            <a:off x="8052095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9207" y="4238625"/>
            <a:ext cx="142475" cy="1424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52095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Movement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052095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8,000–10,000 steps. No excuses.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61475" y="5023545"/>
            <a:ext cx="5404806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67041" y="5129113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153" y="5216128"/>
            <a:ext cx="142475" cy="1424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7041" y="5504755"/>
            <a:ext cx="51936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Sleep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67041" y="5704979"/>
            <a:ext cx="5193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Sleep is part of the work.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125216" y="5023545"/>
            <a:ext cx="5404905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6" name="Shape 19"/>
          <p:cNvSpPr/>
          <p:nvPr/>
        </p:nvSpPr>
        <p:spPr>
          <a:xfrm>
            <a:off x="6230782" y="5129113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17894" y="5216128"/>
            <a:ext cx="142475" cy="1424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230782" y="550475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Recovery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230782" y="5704979"/>
            <a:ext cx="519377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Recovery matters just as much.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661475" y="6008390"/>
            <a:ext cx="10868745" cy="296366"/>
          </a:xfrm>
          <a:prstGeom prst="roundRect">
            <a:avLst>
              <a:gd name="adj" fmla="val 5344"/>
            </a:avLst>
          </a:prstGeom>
          <a:solidFill>
            <a:srgbClr val="5F3420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041" y="6093718"/>
            <a:ext cx="131958" cy="10556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4565" y="6093718"/>
            <a:ext cx="11029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offer: one-to-one and small-group coaching on health, nutrition habits and daily discipline for working men. A life-and-health system that fits around a real job.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427"/>
            <a:ext cx="10868745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6–7: How We Work and FAQ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877" y="1085751"/>
            <a:ext cx="3323348" cy="20771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385" y="907951"/>
            <a:ext cx="947416" cy="125313"/>
          </a:xfrm>
          <a:prstGeom prst="roundRect">
            <a:avLst>
              <a:gd name="adj" fmla="val 7905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912894" y="932656"/>
            <a:ext cx="1457983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5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كيف بنشتغل</a:t>
            </a:r>
            <a:endParaRPr lang="ar-SA" sz="500" dirty="0"/>
          </a:p>
        </p:txBody>
      </p:sp>
      <p:sp>
        <p:nvSpPr>
          <p:cNvPr id="6" name="Text 3"/>
          <p:cNvSpPr/>
          <p:nvPr/>
        </p:nvSpPr>
        <p:spPr>
          <a:xfrm>
            <a:off x="7863385" y="1073745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7863385" y="1201341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8" name="Text 5"/>
          <p:cNvSpPr/>
          <p:nvPr/>
        </p:nvSpPr>
        <p:spPr>
          <a:xfrm>
            <a:off x="7863385" y="1268016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Free Call on the Calendar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385" y="1433016"/>
            <a:ext cx="3673085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free 30-minute conversation about where you are, where you want to be, and whether we're the right fit.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863385" y="1720652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7863385" y="1848247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2" name="Text 9"/>
          <p:cNvSpPr/>
          <p:nvPr/>
        </p:nvSpPr>
        <p:spPr>
          <a:xfrm>
            <a:off x="7863385" y="1914922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Registration Form on WhatsApp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863385" y="2079923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short form and a plan built around his schedule — food habits, history, lifestyle.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863385" y="2272705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7863385" y="2400300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385" y="2466975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Weekly Check-In on WhatsApp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385" y="2631976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Weight, photo, training days, sleep, notes. Each step matches a real automated step.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863385" y="2824758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7863385" y="2952353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385" y="3019028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Check-Ins and Adjust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863385" y="3184029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 accountability and adjustments until the habits run on their own.</a:t>
            </a:r>
            <a:endParaRPr lang="en-US" sz="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77" y="3823593"/>
            <a:ext cx="3323348" cy="2077145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863385" y="3462238"/>
            <a:ext cx="641136" cy="125313"/>
          </a:xfrm>
          <a:prstGeom prst="roundRect">
            <a:avLst>
              <a:gd name="adj" fmla="val 7905"/>
            </a:avLst>
          </a:prstGeom>
          <a:solidFill>
            <a:srgbClr val="391F13"/>
          </a:solidFill>
          <a:ln/>
        </p:spPr>
      </p:sp>
      <p:sp>
        <p:nvSpPr>
          <p:cNvPr id="24" name="Text 20"/>
          <p:cNvSpPr/>
          <p:nvPr/>
        </p:nvSpPr>
        <p:spPr>
          <a:xfrm>
            <a:off x="7912894" y="3486944"/>
            <a:ext cx="1151702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5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· أسئلة</a:t>
            </a:r>
            <a:endParaRPr lang="ar-SA" sz="500" dirty="0"/>
          </a:p>
        </p:txBody>
      </p:sp>
      <p:sp>
        <p:nvSpPr>
          <p:cNvPr id="25" name="Text 21"/>
          <p:cNvSpPr/>
          <p:nvPr/>
        </p:nvSpPr>
        <p:spPr>
          <a:xfrm>
            <a:off x="7863385" y="3601938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Questions, In His Voice</a:t>
            </a:r>
            <a:endParaRPr lang="en-US" sz="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385" y="3771404"/>
            <a:ext cx="3673085" cy="54520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09432" y="3866654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 I need a gym?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009432" y="4031655"/>
            <a:ext cx="3431791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Yes. The gym is non-negotiable — but the plan fits around your schedule, not the other way around.</a:t>
            </a:r>
            <a:endParaRPr lang="en-US" sz="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385" y="4352627"/>
            <a:ext cx="3673085" cy="45035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09432" y="4447877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long does it take?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009432" y="4612878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change takes months, not weeks. We build habits that last, not a 30-day sprint.</a:t>
            </a:r>
            <a:endParaRPr lang="en-US" sz="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3385" y="4838998"/>
            <a:ext cx="3673085" cy="45035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009432" y="493424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 travel a lot.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009432" y="5099248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 do I. The protocol is built for travel — hotel gyms, airport meals, time zones.</a:t>
            </a:r>
            <a:endParaRPr lang="en-US" sz="6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3385" y="5325368"/>
            <a:ext cx="3673085" cy="45035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009432" y="542061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Is any food banned?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009432" y="5585619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banned foods. Clean eating, not punishment. You'll learn to eat anywhere.</a:t>
            </a:r>
            <a:endParaRPr lang="en-US" sz="6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3385" y="5811738"/>
            <a:ext cx="3673085" cy="45035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009432" y="590698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does it cost?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8009432" y="6071989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talk about it on the call. No "contact us for price" — that reads as expensive and evasive.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 8: The Calendar That Starts the Automation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52302"/>
            <a:ext cx="1147833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embedded booking calendar with only Waleed's available slots, in KSA time. Booking starts everything — no manual follow-up required.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194" y="1200646"/>
            <a:ext cx="4096243" cy="256014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09" y="1740793"/>
            <a:ext cx="2367697" cy="147984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74" y="3887143"/>
            <a:ext cx="152595" cy="15259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92063" y="3884017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 Created in CRM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992063" y="4075807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lead record is created with the source post attached automatically.</a:t>
            </a:r>
            <a:endParaRPr lang="en-US" sz="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4313585"/>
            <a:ext cx="152595" cy="15259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92063" y="4310459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WhatsApp Confirmation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992063" y="4502249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confirmation goes out instantly in Arabic.</a:t>
            </a:r>
            <a:endParaRPr lang="en-US" sz="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574" y="4740027"/>
            <a:ext cx="152595" cy="1525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063" y="4736902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Reminders Sent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992063" y="4928691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hours and 1 hour before the call, automatically.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9574" y="5166469"/>
            <a:ext cx="152595" cy="15259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2063" y="5163344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Pre-Call Form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992063" y="5355134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short form arrives on WhatsApp so the call starts informed.</a:t>
            </a:r>
            <a:endParaRPr lang="en-US" sz="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574" y="5592911"/>
            <a:ext cx="152595" cy="15259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2063" y="5589786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No-Show Recovery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992063" y="5781576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No-shows get one polite rebooking message.</a:t>
            </a:r>
            <a:endParaRPr lang="en-US" sz="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9574" y="6019354"/>
            <a:ext cx="152595" cy="15259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92063" y="6016228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Post-Call Tap</a:t>
            </a:r>
            <a:endParaRPr lang="en-US" sz="1000" dirty="0"/>
          </a:p>
        </p:txBody>
      </p:sp>
      <p:sp>
        <p:nvSpPr>
          <p:cNvPr id="23" name="Text 13"/>
          <p:cNvSpPr/>
          <p:nvPr/>
        </p:nvSpPr>
        <p:spPr>
          <a:xfrm>
            <a:off x="992063" y="6208018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 the call, Waleed taps "Client" or "Not now" and the next automation starts.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86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Built Mobile First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9061" y="1285875"/>
            <a:ext cx="1648280" cy="35671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7244" y="1887041"/>
            <a:ext cx="1836890" cy="215305"/>
          </a:xfrm>
          <a:prstGeom prst="roundRect">
            <a:avLst>
              <a:gd name="adj" fmla="val 7901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8042272" y="1929507"/>
            <a:ext cx="22764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RULES FOR THE WEBSITE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957244" y="2257326"/>
            <a:ext cx="3579227" cy="1905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57244" y="243135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Technical Stack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57244" y="2759075"/>
            <a:ext cx="3579227" cy="1575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Arabic (RTL) and English language toggle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Cal.com booking with webhooks into the CRM and WhatsApp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Analytics, Meta Pixel and a tracked link per post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Indexed under </a:t>
            </a:r>
            <a:pPr rtl="1" algn="l" marL="223520" indent="-223520">
              <a:lnSpc>
                <a:spcPct val="117000"/>
              </a:lnSpc>
              <a:buSzPct val="100000"/>
              <a:buChar char="•"/>
            </a:pPr>
            <a:r>
              <a:rPr lang="ar-SA" altLang="en-US" sz="110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وليد كتور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embedded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 policy and a "not medical advice" note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92105"/>
            <a:ext cx="3552042" cy="1201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8403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Testimonials Section, Yet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98403" y="5537994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thin results block damages trust faster than none. His own transformation is the case study until the two client cases are ready.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9777" y="5092105"/>
            <a:ext cx="3552042" cy="12019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56706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Show the Price or Book the Call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56706" y="5537994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Never "contact us for price." To this man it reads as expensive and evasive.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8079" y="5092105"/>
            <a:ext cx="3552042" cy="12019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5008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Mobile First, Genuinely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15008" y="5537994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Tested on a mid-range phone over mobile data: thumb-reachable buttons, Arabic text readable without zooming, a sticky booking button.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CRM: Coaching from a Phone, Without Typing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61475" y="1029593"/>
            <a:ext cx="937296" cy="169069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728247" y="1062930"/>
            <a:ext cx="1413336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PRINCIPLES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272381"/>
            <a:ext cx="114783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client enters the data · one screen a day · voice over typing.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561306"/>
            <a:ext cx="993254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247" y="1594644"/>
            <a:ext cx="1469294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الرئيسية</a:t>
            </a:r>
            <a:endParaRPr lang="ar-SA" sz="700" dirty="0"/>
          </a:p>
        </p:txBody>
      </p:sp>
      <p:sp>
        <p:nvSpPr>
          <p:cNvPr id="8" name="Text 6"/>
          <p:cNvSpPr/>
          <p:nvPr/>
        </p:nvSpPr>
        <p:spPr>
          <a:xfrm>
            <a:off x="661475" y="1804095"/>
            <a:ext cx="5298546" cy="63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Subscriptions: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active, ending within 14 days, expired, upgrade candidates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Follow-up: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needs follow-up today, no check-in this week, new InBody to review, AI drafts waiting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Clients: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search, new leads, booked calls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Headline numbers: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active clients, renewals, revenue, new leads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1475" y="2540298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654498"/>
            <a:ext cx="1449947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247" y="2687836"/>
            <a:ext cx="1925986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 · ملف العميل</a:t>
            </a:r>
            <a:endParaRPr lang="ar-SA" sz="700" dirty="0"/>
          </a:p>
        </p:txBody>
      </p:sp>
      <p:sp>
        <p:nvSpPr>
          <p:cNvPr id="12" name="Text 10"/>
          <p:cNvSpPr/>
          <p:nvPr/>
        </p:nvSpPr>
        <p:spPr>
          <a:xfrm>
            <a:off x="661475" y="2897287"/>
            <a:ext cx="5298546" cy="799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Today's weight against starting weight at the top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Photo, plan, status · WhatsApp, email, Instagram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and renewal dates · weight chart, height, InBody history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photo timeline · meal PDF · check-in log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Transcribed voice notes · 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38024" y="1561306"/>
            <a:ext cx="993452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4797" y="1594644"/>
            <a:ext cx="1469492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REGISTRATION FORM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38024" y="1804095"/>
            <a:ext cx="52985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Allergies, diseases, medications, injuries, history and separate consents. Any declared condition raises a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BE684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medical flag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no AI meal plan, doctor clearance first.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8024" y="2188567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38024" y="2302768"/>
            <a:ext cx="1903663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4797" y="2336105"/>
            <a:ext cx="2379702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RENEWALS · الدفعات والتجديد</a:t>
            </a:r>
            <a:endParaRPr lang="ar-SA" sz="700" dirty="0"/>
          </a:p>
        </p:txBody>
      </p:sp>
      <p:sp>
        <p:nvSpPr>
          <p:cNvPr id="19" name="Text 17"/>
          <p:cNvSpPr/>
          <p:nvPr/>
        </p:nvSpPr>
        <p:spPr>
          <a:xfrm>
            <a:off x="6238024" y="2545556"/>
            <a:ext cx="5908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/ due / overdue, full history, a renewal pipeline starting 14 days out.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38024" y="2788543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38024" y="2902744"/>
            <a:ext cx="1493701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4797" y="2936081"/>
            <a:ext cx="1969741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NOTES REGISTER AND TELEGRAM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38024" y="3145532"/>
            <a:ext cx="52985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 notes auto-transcribed to the right client. A private Telegram bot answers questions and sends a morning digest. Health data handled under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Saudi PDPL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8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946" y="3793034"/>
            <a:ext cx="5493803" cy="251440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55579" y="5610996"/>
            <a:ext cx="1031423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Next Step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55704" y="5610996"/>
            <a:ext cx="1031422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Waleed Review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962893" y="5610996"/>
            <a:ext cx="1031423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Transcribe Note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641824" y="5710344"/>
            <a:ext cx="10314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Input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2026-09-21T09:30:50Z</dcterms:created>
  <dcterms:modified xsi:type="dcterms:W3CDTF">2026-09-21T09:30:50Z</dcterms:modified>
</cp:coreProperties>
</file>